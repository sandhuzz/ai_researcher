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1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27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4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60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3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33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9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2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14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48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585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192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836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992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0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8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376" y="1425677"/>
            <a:ext cx="6798734" cy="920679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AI-Researcher</a:t>
            </a:r>
            <a:r>
              <a:rPr lang="en-US" b="1" dirty="0">
                <a:latin typeface="Algerian" panose="04020705040A02060702" pitchFamily="82" charset="0"/>
              </a:rPr>
              <a:t>  agent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7523" y="2890685"/>
            <a:ext cx="5043948" cy="3044448"/>
          </a:xfrm>
        </p:spPr>
        <p:txBody>
          <a:bodyPr>
            <a:normAutofit/>
          </a:bodyPr>
          <a:lstStyle/>
          <a:p>
            <a:r>
              <a:rPr dirty="0"/>
              <a:t>Presented By</a:t>
            </a:r>
            <a:r>
              <a:rPr lang="en-US" dirty="0"/>
              <a:t> </a:t>
            </a:r>
            <a:r>
              <a:rPr dirty="0"/>
              <a:t>: A</a:t>
            </a:r>
            <a:r>
              <a:rPr lang="en-US" dirty="0"/>
              <a:t>bhishek</a:t>
            </a:r>
            <a:r>
              <a:rPr dirty="0"/>
              <a:t> S</a:t>
            </a:r>
            <a:r>
              <a:rPr lang="en-US" dirty="0"/>
              <a:t>andhu</a:t>
            </a:r>
          </a:p>
          <a:p>
            <a:r>
              <a:rPr lang="en-US" dirty="0"/>
              <a:t>Reg. No.  : 12200208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research is time-consuming</a:t>
            </a:r>
          </a:p>
          <a:p>
            <a:r>
              <a:rPr dirty="0"/>
              <a:t>Finding papers is difficult</a:t>
            </a:r>
          </a:p>
          <a:p>
            <a:r>
              <a:rPr dirty="0"/>
              <a:t>Formatting is complex</a:t>
            </a:r>
          </a:p>
          <a:p>
            <a:r>
              <a:rPr dirty="0"/>
              <a:t>No automation in traditional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research system</a:t>
            </a:r>
          </a:p>
          <a:p>
            <a:r>
              <a:rPr dirty="0"/>
              <a:t>Paper fetching from arXiv</a:t>
            </a:r>
          </a:p>
          <a:p>
            <a:r>
              <a:rPr dirty="0"/>
              <a:t>PDF understanding</a:t>
            </a:r>
          </a:p>
          <a:p>
            <a:r>
              <a:rPr dirty="0"/>
              <a:t>Research paper generation</a:t>
            </a:r>
          </a:p>
          <a:p>
            <a:r>
              <a:rPr dirty="0"/>
              <a:t>LaTeX to PDF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inputs topic</a:t>
            </a:r>
          </a:p>
          <a:p>
            <a:r>
              <a:rPr dirty="0"/>
              <a:t>AI Agent processes</a:t>
            </a:r>
          </a:p>
          <a:p>
            <a:r>
              <a:rPr dirty="0"/>
              <a:t>Papers fetched from arXiv</a:t>
            </a:r>
          </a:p>
          <a:p>
            <a:r>
              <a:rPr dirty="0"/>
              <a:t>PDF read and summarized</a:t>
            </a:r>
          </a:p>
          <a:p>
            <a:r>
              <a:rPr dirty="0"/>
              <a:t>Final paper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D45B3-3ACE-AF59-C706-D7EC8BD2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40" y="2094272"/>
            <a:ext cx="6713011" cy="35986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Python</a:t>
            </a:r>
          </a:p>
          <a:p>
            <a:r>
              <a:rPr dirty="0"/>
              <a:t>Streamlit</a:t>
            </a:r>
          </a:p>
          <a:p>
            <a:r>
              <a:rPr dirty="0"/>
              <a:t>LangChain</a:t>
            </a:r>
          </a:p>
          <a:p>
            <a:r>
              <a:rPr dirty="0"/>
              <a:t>LangGraph</a:t>
            </a:r>
          </a:p>
          <a:p>
            <a:r>
              <a:rPr dirty="0"/>
              <a:t>arXiv </a:t>
            </a:r>
            <a:r>
              <a:rPr lang="en-US" dirty="0"/>
              <a:t>API</a:t>
            </a:r>
            <a:endParaRPr dirty="0"/>
          </a:p>
          <a:p>
            <a:r>
              <a:rPr dirty="0"/>
              <a:t>PyPDF2</a:t>
            </a:r>
          </a:p>
          <a:p>
            <a:r>
              <a:rPr dirty="0"/>
              <a:t>Tectonic</a:t>
            </a:r>
          </a:p>
          <a:p>
            <a:r>
              <a:rPr dirty="0"/>
              <a:t>LLM via OpenRouter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7CC060-838C-1C8B-45E2-B68DFBE40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711" y="2490135"/>
            <a:ext cx="3866437" cy="2799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arXiv Search Tool</a:t>
            </a:r>
          </a:p>
          <a:p>
            <a:r>
              <a:rPr dirty="0"/>
              <a:t>PDF Reader Tool</a:t>
            </a:r>
          </a:p>
          <a:p>
            <a:r>
              <a:rPr dirty="0"/>
              <a:t>LaTeX Writer Tool</a:t>
            </a:r>
          </a:p>
          <a:p>
            <a:r>
              <a:rPr dirty="0"/>
              <a:t>AI Research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Chat system</a:t>
            </a:r>
          </a:p>
          <a:p>
            <a:r>
              <a:rPr dirty="0"/>
              <a:t>Topic-based research</a:t>
            </a:r>
          </a:p>
          <a:p>
            <a:r>
              <a:rPr dirty="0"/>
              <a:t>Live PDF Preview</a:t>
            </a:r>
          </a:p>
          <a:p>
            <a:r>
              <a:rPr dirty="0"/>
              <a:t>Automatic Document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Students</a:t>
            </a:r>
          </a:p>
          <a:p>
            <a:r>
              <a:rPr dirty="0"/>
              <a:t>Researchers</a:t>
            </a:r>
          </a:p>
          <a:p>
            <a:r>
              <a:rPr dirty="0"/>
              <a:t>Professors</a:t>
            </a:r>
          </a:p>
          <a:p>
            <a:r>
              <a:rPr dirty="0"/>
              <a:t>Literature review</a:t>
            </a:r>
          </a:p>
          <a:p>
            <a:r>
              <a:rPr dirty="0"/>
              <a:t>Research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Faster research</a:t>
            </a:r>
          </a:p>
          <a:p>
            <a:r>
              <a:rPr dirty="0"/>
              <a:t>Better automation</a:t>
            </a:r>
          </a:p>
          <a:p>
            <a:r>
              <a:rPr dirty="0"/>
              <a:t>Accurate papers</a:t>
            </a:r>
          </a:p>
          <a:p>
            <a:r>
              <a:rPr dirty="0"/>
              <a:t>Improved productivity</a:t>
            </a:r>
          </a:p>
          <a:p>
            <a:r>
              <a:rPr dirty="0"/>
              <a:t>Future: Cloud &amp; multi-paper support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105</TotalTime>
  <Words>133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Garamond</vt:lpstr>
      <vt:lpstr>Organic</vt:lpstr>
      <vt:lpstr>AI-Researcher  agent</vt:lpstr>
      <vt:lpstr>Problem Statement</vt:lpstr>
      <vt:lpstr>Project Objective</vt:lpstr>
      <vt:lpstr>System Overview</vt:lpstr>
      <vt:lpstr>Architecture</vt:lpstr>
      <vt:lpstr>Technologies Used</vt:lpstr>
      <vt:lpstr>Tools Implemented</vt:lpstr>
      <vt:lpstr>User Interface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sandhu</cp:lastModifiedBy>
  <cp:revision>4</cp:revision>
  <dcterms:created xsi:type="dcterms:W3CDTF">2013-01-27T09:14:16Z</dcterms:created>
  <dcterms:modified xsi:type="dcterms:W3CDTF">2025-12-01T08:21:46Z</dcterms:modified>
  <cp:category/>
</cp:coreProperties>
</file>